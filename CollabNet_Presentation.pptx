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CollabNet: Influencer Marketing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Connecting Forward-Thinking Brands with Top-Tier Creators</a:t>
            </a:r>
          </a:p>
          <a:p/>
          <a:p>
            <a:r>
              <a:t>MERN Stack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influencer marketing is fragmented.</a:t>
            </a:r>
          </a:p>
          <a:p>
            <a:pPr lvl="1"/>
            <a:r>
              <a:t>Brands struggle to discover authentic creators.</a:t>
            </a:r>
          </a:p>
          <a:p>
            <a:pPr lvl="1"/>
            <a:r>
              <a:t>Creators face delayed payments and unclear project scopes.</a:t>
            </a:r>
          </a:p>
          <a:p>
            <a:pPr lvl="1"/>
            <a:r>
              <a:t>Agencies lack tools to manage large rosters.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CollabNet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centralized, Role-Based Access Control (RBAC) platform.</a:t>
            </a:r>
          </a:p>
          <a:p>
            <a:pPr lvl="1"/>
            <a:r>
              <a:t>Streamlined Campaign Workflows.</a:t>
            </a:r>
          </a:p>
          <a:p>
            <a:pPr lvl="1"/>
            <a:r>
              <a:t>Transparent matching between Brands and Creators.</a:t>
            </a:r>
          </a:p>
          <a:p>
            <a:pPr lvl="1"/>
            <a:r>
              <a:t>Real-time tracking of deliverables and payments.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Multi-Dashboard Architecture</a:t>
            </a:r>
          </a:p>
          <a:p>
            <a:pPr lvl="1"/>
            <a:r>
              <a:t>Brand Dashboard (Campaign Creation, Proposals)</a:t>
            </a:r>
          </a:p>
          <a:p>
            <a:pPr lvl="1"/>
            <a:r>
              <a:t>Creator Studio (Earnings, Job Browsing, Chats)</a:t>
            </a:r>
          </a:p>
          <a:p>
            <a:pPr lvl="1"/>
            <a:r>
              <a:t>Agency Hub (Roster Management)</a:t>
            </a:r>
          </a:p>
          <a:p>
            <a:pPr lvl="1"/>
            <a:r>
              <a:t>Super Admin Command Center (Platform health)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on the MERN Stack for high performance.</a:t>
            </a:r>
          </a:p>
          <a:p>
            <a:pPr lvl="1"/>
            <a:r>
              <a:t>Frontend: React.js, Vite, React Router, Vanilla CSS</a:t>
            </a:r>
          </a:p>
          <a:p>
            <a:pPr lvl="1"/>
            <a:r>
              <a:t>Backend: Node.js, Express.js</a:t>
            </a:r>
          </a:p>
          <a:p>
            <a:pPr lvl="1"/>
            <a:r>
              <a:t>Database: MongoDB (Configured for future scaling)</a:t>
            </a:r>
          </a:p>
          <a:p>
            <a:pPr lvl="1"/>
            <a:r>
              <a:t>UI Design: Minimalist Black &amp; White Theme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2 &amp; 3 Enhancements</a:t>
            </a:r>
          </a:p>
          <a:p>
            <a:pPr lvl="1"/>
            <a:r>
              <a:t>Stripe API Integration for automated payouts.</a:t>
            </a:r>
          </a:p>
          <a:p>
            <a:pPr lvl="1"/>
            <a:r>
              <a:t>Social Media API Integrations (TikTok, IG) for live engagement data.</a:t>
            </a:r>
          </a:p>
          <a:p>
            <a:pPr lvl="1"/>
            <a:r>
              <a:t>AI-Driven Influencer Matching.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